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71" r:id="rId3"/>
    <p:sldId id="257" r:id="rId4"/>
    <p:sldId id="258" r:id="rId5"/>
    <p:sldId id="30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2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1DEB6-33A7-4DAB-961F-65530E987B3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8C10C-116E-4577-9A29-D9512F1ED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3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A05DD-CDA9-46CD-9F81-A198C3FDD8AE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739B-8695-4E60-A61C-DC0774101B24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CAB-986B-428C-8529-89C280C7FCBB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63BE-5073-429F-BB29-5DEAF07C2EE7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7633-1BEF-4C6E-9C28-5B4958E4F1D2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8B566-22CA-42E2-AAA5-1F32E19BF37A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5C0-08DF-44F9-8BAF-E9D58CA500B0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3AB3-8975-494E-92ED-C3D73DAB6D55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216-F9D2-4498-8F44-BE68D34E5772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8CDA-9470-4382-ACE1-77A14E532B3A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78F3-4482-42EA-8734-0E035E6C788D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3FF6A-C461-4F39-854F-40B0BE9BBD71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960" y="2296233"/>
            <a:ext cx="11134964" cy="1160586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CSA0624– Design And Analysis Of Algorithms</a:t>
            </a:r>
            <a:b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Best, Average, and Worst Case Analysis of Binary Search</a:t>
            </a:r>
            <a:endParaRPr sz="3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5448" y="4785520"/>
            <a:ext cx="11134964" cy="1342884"/>
          </a:xfrm>
        </p:spPr>
        <p:txBody>
          <a:bodyPr>
            <a:noAutofit/>
          </a:bodyPr>
          <a:lstStyle/>
          <a:p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Aryan Arun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192411157</a:t>
            </a:r>
          </a:p>
          <a:p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220A5-BECB-B3C1-4CAE-65859D8C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3EEC49-5C00-6723-33EB-1322D8B637D3}"/>
              </a:ext>
            </a:extLst>
          </p:cNvPr>
          <p:cNvSpPr txBox="1"/>
          <p:nvPr/>
        </p:nvSpPr>
        <p:spPr>
          <a:xfrm>
            <a:off x="1545801" y="255943"/>
            <a:ext cx="9060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Chennai-602105.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238F9-559B-8A2D-F4CA-D64448A1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9166-32F2-45C2-701F-423E9413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B9D0B-94EB-CBC3-8772-E3A531B6DCC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CC618-CEDC-1B5D-AB3B-D1F2F24C12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>
            <a:extLst>
              <a:ext uri="{FF2B5EF4-FFF2-40B4-BE49-F238E27FC236}">
                <a16:creationId xmlns:a16="http://schemas.microsoft.com/office/drawing/2014/main" id="{6C160007-CDB9-4816-8F76-75045356F4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ow to Build an Online Food Ordering System [Complete Guide]">
            <a:extLst>
              <a:ext uri="{FF2B5EF4-FFF2-40B4-BE49-F238E27FC236}">
                <a16:creationId xmlns:a16="http://schemas.microsoft.com/office/drawing/2014/main" id="{4FD3FBEA-03AE-A1ED-86AE-3F54E45C9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How to Build an Online Food Ordering System [Complete Guide]">
            <a:extLst>
              <a:ext uri="{FF2B5EF4-FFF2-40B4-BE49-F238E27FC236}">
                <a16:creationId xmlns:a16="http://schemas.microsoft.com/office/drawing/2014/main" id="{9CCB5272-CD80-0674-355E-2FCD8F58FE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D25C1-5B34-3F85-8F24-B124E0BB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D4680D9-9E32-6BA7-CD47-74F6FFB76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077" y="2053699"/>
            <a:ext cx="10481188" cy="3771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is an efficient searching algorithm for sorted arrays.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repeatedly divides the search space into two halves.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performance under different input conditions.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measured using Best Case, Average Case, and Worst Case with asymptotic notations.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Condition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Array must be sorted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690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Analysis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>
            <a:extLst>
              <a:ext uri="{FF2B5EF4-FFF2-40B4-BE49-F238E27FC236}">
                <a16:creationId xmlns:a16="http://schemas.microsoft.com/office/drawing/2014/main" id="{BDF784BE-6998-B209-462D-25744F2369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ow to Build an Online Food Ordering System [Complete Guide]">
            <a:extLst>
              <a:ext uri="{FF2B5EF4-FFF2-40B4-BE49-F238E27FC236}">
                <a16:creationId xmlns:a16="http://schemas.microsoft.com/office/drawing/2014/main" id="{1BC296DF-F9BE-AF74-8624-614869DAD9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How to Build an Online Food Ordering System [Complete Guide]">
            <a:extLst>
              <a:ext uri="{FF2B5EF4-FFF2-40B4-BE49-F238E27FC236}">
                <a16:creationId xmlns:a16="http://schemas.microsoft.com/office/drawing/2014/main" id="{F057B6E7-6D2C-8C2B-BD2C-4AD620234A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B92A7-B714-D8C1-43D8-7475F9D8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D93DB111-0699-B8DC-1520-38BE8EC79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2924" y="1603387"/>
                <a:ext cx="10890951" cy="52759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Case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key is found at the middle element in the first comparison.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comparisons = 1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Complexity: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n-IN" sz="2000">
                              <a:latin typeface="Cambria Math" panose="02040503050406030204" pitchFamily="18" charset="0"/>
                            </a:rPr>
                            <m:t>Ω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Case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key is found after several divisions.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About </a:t>
                </a: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log₂n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comparisons are required.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Complexity: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n-IN" sz="2000">
                              <a:latin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e>
                      </m:borderBox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Worst Case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key is the last possible element or is not present.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comparisons are needed.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Complexity: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e>
                      </m:borderBox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D93DB111-0699-B8DC-1520-38BE8EC799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2924" y="1603387"/>
                <a:ext cx="10890951" cy="5275996"/>
              </a:xfrm>
              <a:prstGeom prst="rect">
                <a:avLst/>
              </a:prstGeom>
              <a:blipFill>
                <a:blip r:embed="rId4"/>
                <a:stretch>
                  <a:fillRect l="-616" t="-1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D9FA3-3F53-26EB-BD86-DF9785B80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829C6C-42B1-A1D7-4889-D36FDBE34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943611"/>
              </p:ext>
            </p:extLst>
          </p:nvPr>
        </p:nvGraphicFramePr>
        <p:xfrm>
          <a:off x="609600" y="2004898"/>
          <a:ext cx="10972800" cy="232647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38453567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11696144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357437100"/>
                    </a:ext>
                  </a:extLst>
                </a:gridCol>
              </a:tblGrid>
              <a:tr h="581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209031"/>
                  </a:ext>
                </a:extLst>
              </a:tr>
              <a:tr h="581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 at middle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Ω(1)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982633"/>
                  </a:ext>
                </a:extLst>
              </a:tr>
              <a:tr h="581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 after several divisions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Θ(log n)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384819"/>
                  </a:ext>
                </a:extLst>
              </a:tr>
              <a:tr h="581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 absent or last checked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2403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7A0EA3A-79D1-6E09-23FF-22BD11DA6FEE}"/>
              </a:ext>
            </a:extLst>
          </p:cNvPr>
          <p:cNvSpPr txBox="1"/>
          <p:nvPr/>
        </p:nvSpPr>
        <p:spPr>
          <a:xfrm>
            <a:off x="676977" y="4853102"/>
            <a:ext cx="10382450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space is reduced by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every comparison.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comparisons grows very slowly.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performs efficiently even for large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A84E-D6A1-1601-D1D3-82F2F69D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C24D3-21F0-646E-8EA1-7CCC13B22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0F1DB-EC90-930F-6D6A-868CD2E81F8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B4199F-183F-B967-A037-F2FDC4ED03B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3A671A28-855F-1E57-7AB3-D53D761FF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910" y="1367944"/>
            <a:ext cx="10785102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Worst Case Important?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Importance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Worst-case analysis guarantees the maximum running time.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estimate system performance under difficult conditions.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software where response time is critical.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 →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Ω(1)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 →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Θ(log n)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 →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remains one of the fastest searching algorithms because its complexity increases logarithmically rather than linearly.</a:t>
            </a:r>
          </a:p>
        </p:txBody>
      </p:sp>
    </p:spTree>
    <p:extLst>
      <p:ext uri="{BB962C8B-B14F-4D97-AF65-F5344CB8AC3E}">
        <p14:creationId xmlns:p14="http://schemas.microsoft.com/office/powerpoint/2010/main" val="101979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24117</TotalTime>
  <Words>310</Words>
  <Application>Microsoft Office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Cambria Math</vt:lpstr>
      <vt:lpstr>Times New Roman</vt:lpstr>
      <vt:lpstr>Wingdings</vt:lpstr>
      <vt:lpstr>Office Theme</vt:lpstr>
      <vt:lpstr> CSA0624– Design And Analysis Of Algorithms  Best, Average, and Worst Case Analysis of Binary Search</vt:lpstr>
      <vt:lpstr>Introduction</vt:lpstr>
      <vt:lpstr>Case Analysis</vt:lpstr>
      <vt:lpstr>Performance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aaru070306@gmail.com</cp:lastModifiedBy>
  <cp:revision>33</cp:revision>
  <dcterms:created xsi:type="dcterms:W3CDTF">2013-01-27T09:14:16Z</dcterms:created>
  <dcterms:modified xsi:type="dcterms:W3CDTF">2026-07-23T05:23:27Z</dcterms:modified>
  <cp:category/>
</cp:coreProperties>
</file>