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7" r:id="rId4"/>
    <p:sldId id="258" r:id="rId5"/>
    <p:sldId id="260" r:id="rId6"/>
    <p:sldId id="307" r:id="rId7"/>
    <p:sldId id="303" r:id="rId8"/>
    <p:sldId id="308" r:id="rId9"/>
    <p:sldId id="305" r:id="rId10"/>
    <p:sldId id="309" r:id="rId11"/>
    <p:sldId id="310" r:id="rId12"/>
    <p:sldId id="267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2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1DEB6-33A7-4DAB-961F-65530E987B37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8C10C-116E-4577-9A29-D9512F1ED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3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A05DD-CDA9-46CD-9F81-A198C3FDD8A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739B-8695-4E60-A61C-DC0774101B24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CAB-986B-428C-8529-89C280C7FCB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63BE-5073-429F-BB29-5DEAF07C2EE7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7633-1BEF-4C6E-9C28-5B4958E4F1D2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8B566-22CA-42E2-AAA5-1F32E19BF37A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5C0-08DF-44F9-8BAF-E9D58CA500B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3AB3-8975-494E-92ED-C3D73DAB6D5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216-F9D2-4498-8F44-BE68D34E5772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8CDA-9470-4382-ACE1-77A14E532B3A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78F3-4482-42EA-8734-0E035E6C788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3FF6A-C461-4F39-854F-40B0BE9BBD71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960" y="2296233"/>
            <a:ext cx="11134964" cy="1160586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CSA0624– Design And Analysis Of Algorithms</a:t>
            </a:r>
            <a:b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Airport Flight Scheduling System</a:t>
            </a:r>
            <a:endParaRPr sz="3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5448" y="4500384"/>
            <a:ext cx="3404604" cy="1342884"/>
          </a:xfrm>
        </p:spPr>
        <p:txBody>
          <a:bodyPr>
            <a:noAutofit/>
          </a:bodyPr>
          <a:lstStyle/>
          <a:p>
            <a:pPr algn="l"/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Aryan Arun (192411157)</a:t>
            </a:r>
          </a:p>
          <a:p>
            <a:pPr algn="just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Rohith (192424207)</a:t>
            </a:r>
          </a:p>
          <a:p>
            <a:pPr algn="just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Dhilipan T (192421290)</a:t>
            </a:r>
          </a:p>
          <a:p>
            <a:pPr algn="just"/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D2DB3-19B3-BAD3-1D1C-5C5B3C3DF63F}"/>
              </a:ext>
            </a:extLst>
          </p:cNvPr>
          <p:cNvSpPr txBox="1"/>
          <p:nvPr/>
        </p:nvSpPr>
        <p:spPr>
          <a:xfrm>
            <a:off x="7990859" y="4711122"/>
            <a:ext cx="412251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Gnanajeyaraman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Rajaram,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Professor,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220A5-BECB-B3C1-4CAE-65859D8C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3EEC49-5C00-6723-33EB-1322D8B637D3}"/>
              </a:ext>
            </a:extLst>
          </p:cNvPr>
          <p:cNvSpPr txBox="1"/>
          <p:nvPr/>
        </p:nvSpPr>
        <p:spPr>
          <a:xfrm>
            <a:off x="1545801" y="255943"/>
            <a:ext cx="9060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Chennai-602105.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38F9-559B-8A2D-F4CA-D64448A1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9166-32F2-45C2-701F-423E9413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B9D0B-94EB-CBC3-8772-E3A531B6DCC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CC618-CEDC-1B5D-AB3B-D1F2F24C12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6C160007-CDB9-4816-8F76-75045356F4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4FD3FBEA-03AE-A1ED-86AE-3F54E45C9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9CCB5272-CD80-0674-355E-2FCD8F58FE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D25C1-5B34-3F85-8F24-B124E0BB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D4680D9-9E32-6BA7-CD47-74F6FFB76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66" y="1728608"/>
            <a:ext cx="1073174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Airports handle a large number of arrivals and departures within limited time periods. </a:t>
            </a:r>
          </a:p>
          <a:p>
            <a:pPr lvl="0" algn="just"/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scheduling of flights, runways, and gates is essential for smooth airport operations. </a:t>
            </a:r>
          </a:p>
          <a:p>
            <a:pPr lvl="0" algn="just"/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scheduling can lead to conflicts, delays, and inefficient resource utilization. </a:t>
            </a:r>
          </a:p>
          <a:p>
            <a:pPr lvl="0" algn="just"/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uses Design and Analysis of Algorithms to automate and optimize flight scheduling. </a:t>
            </a:r>
          </a:p>
          <a:p>
            <a:pPr lvl="0" algn="just"/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generate an intelligent, conflict-free, and optimized airport schedule.</a:t>
            </a:r>
          </a:p>
        </p:txBody>
      </p:sp>
    </p:spTree>
    <p:extLst>
      <p:ext uri="{BB962C8B-B14F-4D97-AF65-F5344CB8AC3E}">
        <p14:creationId xmlns:p14="http://schemas.microsoft.com/office/powerpoint/2010/main" val="3269690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BDF784BE-6998-B209-462D-25744F2369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1BC296DF-F9BE-AF74-8624-614869DAD9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F057B6E7-6D2C-8C2B-BD2C-4AD620234A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B92A7-B714-D8C1-43D8-7475F9D8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93DB111-0699-B8DC-1520-38BE8EC79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24" y="1904017"/>
            <a:ext cx="10890951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Airports need to schedule multiple flights while dealing with limited runways and gates. Overlapping flight schedules can create runway and gate conflicts. </a:t>
            </a:r>
          </a:p>
          <a:p>
            <a:pPr lvl="0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delays can affect subsequent flights and cause schedule disruptions. Manual rescheduling is time-consuming and may result in poor resource utilization. </a:t>
            </a:r>
          </a:p>
          <a:p>
            <a:pPr lvl="0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algorithm-based system is required to efficiently schedule, allocate, and optimize airport resources.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D9FA3-3F53-26EB-BD86-DF9785B8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85A0C87-CD94-5C13-07F4-B272BE878D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0154" y="1611852"/>
            <a:ext cx="9548854" cy="4550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 flight scheduling system for airport operations.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resolve flight, runway, and gate conflicts efficiently.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allocate airport resources using Greedy, Sorting, Priority Queue, and other algorithms.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schedules by reducing delays and improving resource utilization.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time and space complexity of the implemented algorithms.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B8A580-E6F7-B17B-1BE1-5F7C92DD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B92C87D-F03F-BFA2-9E80-8E6FD83373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25909" y="1600200"/>
            <a:ext cx="10500851" cy="50661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1C53D4-74A7-F806-2127-927637CA9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6" y="2693987"/>
            <a:ext cx="11798710" cy="14700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1 - </a:t>
            </a:r>
            <a:r>
              <a:rPr lang="en-IN" sz="4000" dirty="0"/>
              <a:t>✈️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Scheduling &amp; Conflict Detection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A890F-35EC-623D-8A5B-27D97B5C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9A21D1-DB06-3DF6-331F-F2F2D2044B1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2BB74A-A976-7A4D-A421-AEDF194AA59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3392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A84E-D6A1-1601-D1D3-82F2F69D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C24D3-21F0-646E-8EA1-7CCC13B2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0F1DB-EC90-930F-6D6A-868CD2E81F8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B4199F-183F-B967-A037-F2FDC4ED03B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3A671A28-855F-1E57-7AB3-D53D761FF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962" y="1534510"/>
            <a:ext cx="1078510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manage arrival and departure flight details.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flights based on scheduled time, priority, and flight type.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scheduling priorities to emergency, delayed, and regular flights.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overlapping flight schedules and potential conflicts.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conflicts caused by limited runway and gate availability.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Interval Scheduling to manage flights within available time slots.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Priority Queue to process high-priority flights efficiently.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 initial conflict-free flight schedule for resource allocation.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79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F38D00-C275-08C3-2402-D4E5499C4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93987"/>
            <a:ext cx="12192000" cy="147002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2 -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🛫 Runway &amp; Gate Resource Allocation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BA9D8-26FC-62E3-1733-C25473C7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D7FF91-BA93-1CD6-701F-101BFF10B29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710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5CD3-65DF-1024-5269-5406444C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E80FF-42D2-F9E6-12CF-EE49973E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7672B-39EF-780F-F957-3E1846C9475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2944CA-1557-7B31-84F8-AEC5FEC181F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5431527-DB4D-F72D-48AC-3C9F08604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927" y="1485319"/>
            <a:ext cx="10486846" cy="5288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the availability status of airport runways and gates.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the most suitable runway to each arrival or departure.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gates based on flight timing and resource availability.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simultaneous allocation of the same runway or gate.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Greedy Algorithm to make efficient resource assignments.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Min Heap/Priority Queue to identify resources becoming available earliest.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Reallocate runways and gates when flight delays or cancellations occur.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overall runway and gate utilization while minimizing idle time.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050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7C69-2D82-1E5A-C4B7-BD72EB08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65E09C-FD19-C80B-0A13-79F1FCA00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74" y="2811974"/>
            <a:ext cx="11316929" cy="147002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3 - </a:t>
            </a:r>
            <a:r>
              <a:rPr lang="en-IN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Optimization &amp; Performance Analytics</a:t>
            </a:r>
            <a:br>
              <a:rPr lang="en-IN" sz="4000" dirty="0"/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BC7A0-7F6C-0F0A-C638-BC237B1B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87E07-E4CB-AB18-3BCD-55639CB8102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5348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65B7-643B-D138-F3CB-96FB75F9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4967-F653-B325-F7BC-2D4639B6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5C9A7-4534-6E1A-69A1-78C0C06A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48BDF-5858-BB13-77CB-3719343FE7F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4C9B2-4A4D-DD4F-FDED-3589AAC8D25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6DC71A0-2547-DA79-EC32-CB5010710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923" y="1617522"/>
            <a:ext cx="10901131" cy="542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generated schedule for remaining conflicts and delays.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sequence of flights to minimize overall waiting time.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unnecessary runway and gate idle time.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emergency and high-priority flights without disrupting the entire schedule.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Dynamic Programming to evaluate alternative scheduling combinations.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Graph-based techniques to represent flight conflicts and dependencies.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algorithms based on execution time and scheduling efficiency.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performance metrics such as average delay, resource utilization, conflicts resolved, and optimization score.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2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CB4848-6868-E246-3567-305B5F56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1852B0-2BF2-C68C-808A-F2A923B8C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73" y="1952229"/>
            <a:ext cx="11493571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an automated approach to airport flight scheduling.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efficiently manages flights, runways, and gates using algorithmic techniques.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detection and intelligent resource allocation help reduce scheduling problems.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techniques can improve airport resource utilization and minimize delays.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the practical application of DAA concepts to a real-world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BC9FF8-504A-7AB9-423B-3D4FDCA25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93987"/>
            <a:ext cx="10363200" cy="1470025"/>
          </a:xfrm>
        </p:spPr>
        <p:txBody>
          <a:bodyPr>
            <a:noAutofit/>
          </a:bodyPr>
          <a:lstStyle/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928695-C960-C6CC-E31A-514DACEF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1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24128</TotalTime>
  <Words>629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Wingdings</vt:lpstr>
      <vt:lpstr>Office Theme</vt:lpstr>
      <vt:lpstr> CSA0624– Design And Analysis Of Algorithms  Intelligent Airport Flight Scheduling System</vt:lpstr>
      <vt:lpstr>Introduction</vt:lpstr>
      <vt:lpstr>Problem Statement</vt:lpstr>
      <vt:lpstr>Objectives</vt:lpstr>
      <vt:lpstr>Workflow Diagram</vt:lpstr>
      <vt:lpstr>Module 1 - ✈️ Flight Scheduling &amp; Conflict Detection</vt:lpstr>
      <vt:lpstr>Core Functionality</vt:lpstr>
      <vt:lpstr>Module 2 - 🛫 Runway &amp; Gate Resource Allocation</vt:lpstr>
      <vt:lpstr>Core Functionality</vt:lpstr>
      <vt:lpstr>Module 3 - Intelligent Optimization &amp; Performance Analytics </vt:lpstr>
      <vt:lpstr>Core Functionality</vt:lpstr>
      <vt:lpstr>Conclusion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aaru070306@gmail.com</cp:lastModifiedBy>
  <cp:revision>33</cp:revision>
  <dcterms:created xsi:type="dcterms:W3CDTF">2013-01-27T09:14:16Z</dcterms:created>
  <dcterms:modified xsi:type="dcterms:W3CDTF">2026-08-29T05:29:04Z</dcterms:modified>
  <cp:category/>
</cp:coreProperties>
</file>